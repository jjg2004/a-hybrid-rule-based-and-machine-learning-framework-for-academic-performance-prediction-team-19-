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b="1" dirty="0"/>
              <a:t>A Hybrid Rule-Based and Machine Learning Framework for Academic Performance Prediction 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&lt;Jatin Garg , Devesh Kanwar , Armaan Sood&gt;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2210991709,2210991501,2210990160&gt;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&lt;Dr. Shyam Goyal&gt;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A44B07-D195-92FD-78D7-AD67EF96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5EE6F96-FADD-EA50-FEE4-1FD71AAD391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76981" y="1335160"/>
            <a:ext cx="850945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the growth of digital education, a large amount of student data is now available.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evaluation methods mainly depend on exam results and miss important factors.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uses machine learning to predict student academic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factors like attendance, internal marks, study time, and participation are analyzed.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identify student performance early and support better decision-making.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83A11-489E-855C-6FD6-E0D9E5BE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4" y="0"/>
            <a:ext cx="4896105" cy="91404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E116BA-D56B-14B4-B5EB-39DCF1953EE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91613" y="540781"/>
            <a:ext cx="771832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of evaluating student performance mainly rely on final exam results, which do not provide a complete understanding of a student’s overall learning behavior.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factors such as attendance, study habits, and class participation are often ignored, even though they have a strong impact on academic success.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institutions generate a large amount of student data, but this data is not effectively used for predicting performance or supporting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difficult for teachers to identify students who are at risk of poor performance at an early stage using manual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either focus on simple rule-based approaches, which lack accuracy, or complex machine learning models, which are difficult to understand.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system that can accurately predict student performance while also being easy to interpret and use in real-world academic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of this project is to develop a reliable prediction system that uses student data to classify performance and help institutions take timely actions for improvement. </a:t>
            </a:r>
          </a:p>
        </p:txBody>
      </p:sp>
    </p:spTree>
    <p:extLst>
      <p:ext uri="{BB962C8B-B14F-4D97-AF65-F5344CB8AC3E}">
        <p14:creationId xmlns:p14="http://schemas.microsoft.com/office/powerpoint/2010/main" val="110002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B841-7705-B7D4-CF9E-D2A5D919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C3E3D6-E74E-27D1-576F-F8EE38AC78D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373626" y="1078762"/>
            <a:ext cx="837708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collect and preprocess student data such as attendance, internal marks, study time, and participation for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prediction system that can classify student performance into categories like good, average, and poor.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multiple machine learning models including Logistic Regression, Decision Tree, Random Forest, and Support Vector Machine.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train and test the models using proper data splitting techniques to ensure reliable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model performance using metrics such as accuracy, precision, recall, F1-score, and AUC.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all models and identify the most effective one for predicting student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combine machine learning with simple rule-based logic to improve interpretability.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educational institutions identify at-risk students and take timely actions for improvement. </a:t>
            </a:r>
          </a:p>
        </p:txBody>
      </p:sp>
    </p:spTree>
    <p:extLst>
      <p:ext uri="{BB962C8B-B14F-4D97-AF65-F5344CB8AC3E}">
        <p14:creationId xmlns:p14="http://schemas.microsoft.com/office/powerpoint/2010/main" val="81047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DB68-783F-880A-6C77-1BA39D78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7316"/>
            <a:ext cx="4896105" cy="746892"/>
          </a:xfrm>
        </p:spPr>
        <p:txBody>
          <a:bodyPr/>
          <a:lstStyle/>
          <a:p>
            <a:r>
              <a:rPr lang="en-IN" sz="2800" dirty="0"/>
              <a:t>Dataset / Data Collection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13334-12B3-F3B2-6200-64A43CEFCDF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65471" y="1917290"/>
            <a:ext cx="8420969" cy="279236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The dataset used in this project contains structured student information. </a:t>
            </a:r>
          </a:p>
          <a:p>
            <a:r>
              <a:rPr lang="en-US" dirty="0"/>
              <a:t>It includes important features such as attendance, internal marks, study time, and participation. </a:t>
            </a:r>
          </a:p>
          <a:p>
            <a:r>
              <a:rPr lang="en-US" dirty="0"/>
              <a:t>These features are selected because they directly influence academic performance. </a:t>
            </a:r>
          </a:p>
          <a:p>
            <a:r>
              <a:rPr lang="en-US" dirty="0"/>
              <a:t>The dataset represents real-world student behavior and academic records. </a:t>
            </a:r>
          </a:p>
          <a:p>
            <a:r>
              <a:rPr lang="en-US" dirty="0"/>
              <a:t>Data is organized in tabular form, making it suitable for machine learning models. </a:t>
            </a:r>
          </a:p>
          <a:p>
            <a:r>
              <a:rPr lang="en-US" dirty="0"/>
              <a:t>The target variable represents student performance categories such as good, average, and poor. </a:t>
            </a:r>
          </a:p>
          <a:p>
            <a:r>
              <a:rPr lang="en-US" dirty="0"/>
              <a:t>The dataset is prepared carefully to ensure accuracy and reliability for model training.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93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B778-3051-3063-0647-05736ED7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800" dirty="0"/>
              <a:t>Data Processing /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C2E6E-03FF-43EB-267B-F0500948332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35974" y="1632156"/>
            <a:ext cx="8450466" cy="357894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Raw data may contain missing, inconsistent, or duplicate values that need to be handled. </a:t>
            </a:r>
          </a:p>
          <a:p>
            <a:r>
              <a:rPr lang="en-US" dirty="0"/>
              <a:t>Missing values are either filled or removed to maintain data quality. </a:t>
            </a:r>
          </a:p>
          <a:p>
            <a:r>
              <a:rPr lang="en-US" dirty="0"/>
              <a:t>Categorical features like participation are converted into numerical form using encoding. </a:t>
            </a:r>
          </a:p>
          <a:p>
            <a:r>
              <a:rPr lang="en-US" dirty="0"/>
              <a:t>Numerical features such as attendance and marks are normalized for better model performance. </a:t>
            </a:r>
          </a:p>
          <a:p>
            <a:r>
              <a:rPr lang="en-US" dirty="0"/>
              <a:t>Data is divided into input features (X) and target variable (Y). </a:t>
            </a:r>
          </a:p>
          <a:p>
            <a:r>
              <a:rPr lang="en-US" dirty="0"/>
              <a:t>The dataset is split into training (80%) and testing (20%) sets. </a:t>
            </a:r>
          </a:p>
          <a:p>
            <a:r>
              <a:rPr lang="en-US" dirty="0"/>
              <a:t>These steps ensure the data is clean, consistent, and ready for machine learning models.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849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111C-FBFF-BAEA-3AA5-4BAE0C28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D74133-1D6E-E082-1029-714E5AC6F7A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78426" y="1513412"/>
            <a:ext cx="70398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achieved the highest accuracy among all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 also showed strong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provided moderate accuracy with better interpretability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worked as a baseline with stable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ensemble methods performed better than individual models </a:t>
            </a:r>
          </a:p>
        </p:txBody>
      </p:sp>
    </p:spTree>
    <p:extLst>
      <p:ext uri="{BB962C8B-B14F-4D97-AF65-F5344CB8AC3E}">
        <p14:creationId xmlns:p14="http://schemas.microsoft.com/office/powerpoint/2010/main" val="35123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4F71-EB24-42E8-0C08-375C86EA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8AC90A-E42E-4F25-D190-FDC5BCC6880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03124" y="1866719"/>
            <a:ext cx="71677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larger and more diverse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more features like online activity and assignments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advanced techniques such as deep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real-time monitoring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a web or mobile application </a:t>
            </a:r>
          </a:p>
        </p:txBody>
      </p:sp>
    </p:spTree>
    <p:extLst>
      <p:ext uri="{BB962C8B-B14F-4D97-AF65-F5344CB8AC3E}">
        <p14:creationId xmlns:p14="http://schemas.microsoft.com/office/powerpoint/2010/main" val="80728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34722</TotalTime>
  <Words>753</Words>
  <Application>Microsoft Office PowerPoint</Application>
  <PresentationFormat>On-screen Show (4:3)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Objective</vt:lpstr>
      <vt:lpstr>Dataset / Data Collection</vt:lpstr>
      <vt:lpstr>Data Processing / Preprocessing</vt:lpstr>
      <vt:lpstr>Results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jatin garg</cp:lastModifiedBy>
  <cp:revision>2301</cp:revision>
  <dcterms:created xsi:type="dcterms:W3CDTF">2010-04-09T07:36:15Z</dcterms:created>
  <dcterms:modified xsi:type="dcterms:W3CDTF">2026-04-29T06:00:41Z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